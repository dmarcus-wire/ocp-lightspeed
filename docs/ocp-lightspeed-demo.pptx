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OLSConfig exists at a time (cluster-scoped, named 'cluster') — stand one up, demo it, switch, demo the other. The switch IS the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model + runtime + config; only the operator version changed. tool_results went to 0. Pinning the Subscription (Manual approval + known-good startingCSV) stops surprise upgrades mid-demo.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2011680" cy="91440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Running an AI Assistant for OpenShift — On Your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i="0">
                <a:solidFill>
                  <a:srgbClr val="CFCFCF"/>
                </a:solidFill>
                <a:latin typeface="Calibri"/>
              </a:rPr>
              <a:t>OpenShift Lightspeed: hosted SaaS vs. self-hosted on your own GPU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9A9A9A"/>
                </a:solidFill>
                <a:latin typeface="Calibri"/>
              </a:rPr>
              <a:t>Self-hosted demo · OpenShift AI + vLLM · Red Hat-validated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E0000"/>
                </a:solidFill>
                <a:latin typeface="Calibri"/>
              </a:rPr>
              <a:t>THE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Calibri"/>
              </a:rPr>
              <a:t>Same assistant, your choice of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Stand up OpenShift Lightspeed — an in-console AI assistant for cluster operators — two ways: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500" b="1" i="0">
                <a:solidFill>
                  <a:srgbClr val="0066CC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4D4D4D"/>
                </a:solidFill>
                <a:latin typeface="Calibri"/>
              </a:rPr>
              <a:t>Hosted SaaS  →  OpenAI's API (fast, pay-per-token)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500" b="1" i="0">
                <a:solidFill>
                  <a:srgbClr val="0066CC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4D4D4D"/>
                </a:solidFill>
                <a:latin typeface="Calibri"/>
              </a:rPr>
              <a:t>Self-hosted  →  a Red Hat-validated model on your GPU (OpenShift AI + vLLM)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Show the experience is identical (Ask + Troubleshooting), the trade-offs opposite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151515"/>
                </a:solidFill>
                <a:latin typeface="Calibri"/>
              </a:rPr>
              <a:t>Punchline: the same assistant can run with nothing leaving the cluster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E0000"/>
                </a:solidFill>
                <a:latin typeface="Calibri"/>
              </a:rPr>
              <a:t>WHAT YOU'LL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Calibri"/>
              </a:rPr>
              <a:t>Two modes + a safety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Ask — doc-grounded how-to ("how do I expose my app?"); no cluster access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Troubleshooting (agent) — the model calls live Kubernetes MCP tools to read real cluster state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500" b="1" i="0">
                <a:solidFill>
                  <a:srgbClr val="0066CC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4D4D4D"/>
                </a:solidFill>
                <a:latin typeface="Calibri"/>
              </a:rPr>
              <a:t>"Why is this pod failing?" → reads events, explains the failure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151515"/>
                </a:solidFill>
                <a:latin typeface="Calibri"/>
              </a:rPr>
              <a:t>Approval gate — mutating actions (scale, edit) require Approve / Deny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500" b="1" i="0">
                <a:solidFill>
                  <a:srgbClr val="0066CC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4D4D4D"/>
                </a:solidFill>
                <a:latin typeface="Calibri"/>
              </a:rPr>
              <a:t>Human-in-the-loop safety on every write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E0000"/>
                </a:solidFill>
                <a:latin typeface="Calibri"/>
              </a:rPr>
              <a:t>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Calibri"/>
              </a:rPr>
              <a:t>Why self-host the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151515"/>
                </a:solidFill>
                <a:latin typeface="Calibri"/>
              </a:rPr>
              <a:t>Validated, supported models — Red Hat ModelCar images: known provenance, scanned, lifecycle support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500" b="1" i="0">
                <a:solidFill>
                  <a:srgbClr val="0066CC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4D4D4D"/>
                </a:solidFill>
                <a:latin typeface="Calibri"/>
              </a:rPr>
              <a:t>not arbitrary open weights off the internet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151515"/>
                </a:solidFill>
                <a:latin typeface="Calibri"/>
              </a:rPr>
              <a:t>Cost control — hosted = pay-per-token;  self-hosted = flat GPU $/hr at any volume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151515"/>
                </a:solidFill>
                <a:latin typeface="Calibri"/>
              </a:rPr>
              <a:t>Control &amp; data sovereignty — prompts AND live cluster data stay on-cluster; no forced model/price changes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151515"/>
                </a:solidFill>
                <a:latin typeface="Calibri"/>
              </a:rPr>
              <a:t>Low-risk on-ramp — troubleshooting is high-value, low-blast-radius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500" b="1" i="0">
                <a:solidFill>
                  <a:srgbClr val="0066CC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4D4D4D"/>
                </a:solidFill>
                <a:latin typeface="Calibri"/>
              </a:rPr>
              <a:t>the GPU + serving platform you build unlocks other on-cluster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E0000"/>
                </a:solidFill>
                <a:latin typeface="Calibri"/>
              </a:rPr>
              <a:t>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Calibri"/>
              </a:rPr>
              <a:t>The cost story — one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Hosted cost = tokens × price   (variable, linear with use)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Self-hosted cost = GPU $/hr   (fixed, any volume)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Measure real demo tokens (vLLM /metrics) → × hosted price → annualize → break-even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500" b="1" i="0">
                <a:solidFill>
                  <a:srgbClr val="0066CC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4D4D4D"/>
                </a:solidFill>
                <a:latin typeface="Calibri"/>
              </a:rPr>
              <a:t>Below the crossover: SaaS wins — starts in minutes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500" b="1" i="0">
                <a:solidFill>
                  <a:srgbClr val="0066CC"/>
                </a:solidFill>
                <a:latin typeface="Calibri"/>
              </a:rPr>
              <a:t>–  </a:t>
            </a:r>
            <a:r>
              <a:rPr sz="1500" b="1" i="0">
                <a:solidFill>
                  <a:srgbClr val="4D4D4D"/>
                </a:solidFill>
                <a:latin typeface="Calibri"/>
              </a:rPr>
              <a:t>Above it (steady, high-volume, data-sensitive): self-host wins on cost AND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E0000"/>
                </a:solidFill>
                <a:latin typeface="Calibri"/>
              </a:rPr>
              <a:t>THE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Calibri"/>
              </a:rPr>
              <a:t>Demo flow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Provision — one guided, idempotent script (./provision.sh)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SaaS — Ask ✓ · Troubleshoot ✓ · Write → hits the low-tier rate-limit ceiling (the segue)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Self-hosted — the same three tests, on your L4 GPU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Capture tokens — turn the live demo into the cost slide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E0000"/>
                </a:solidFill>
                <a:latin typeface="Calibri"/>
              </a:rPr>
              <a:t>THE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Calibri"/>
              </a:rPr>
              <a:t>Self-hosted: what's under the hood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GPU stack — MachineSet (NVIDIA L4 / g6.2xlarge), Node Feature Discovery, GPU operator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OpenShift AI — KServe RawDeployment + vLLM serving runtime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Model — pulled as a ModelCar OCI image; tool-calling enabled for agent mode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151515"/>
                </a:solidFill>
                <a:latin typeface="Calibri"/>
              </a:rPr>
              <a:t>Built in dependency order by one script — repeatable on a fresh sandbox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E0000"/>
                </a:solidFill>
                <a:latin typeface="Calibri"/>
              </a:rPr>
              <a:t>THE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Calibri"/>
              </a:rPr>
              <a:t>The money 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151515"/>
                </a:solidFill>
                <a:latin typeface="Calibri"/>
              </a:rPr>
              <a:t>Cluster-aware troubleshooting, answered by YOUR model on YOUR GPU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"Is everything in the openshift-lightspeed namespace healthy?"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500" b="1" i="0">
                <a:solidFill>
                  <a:srgbClr val="0066CC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4D4D4D"/>
                </a:solidFill>
                <a:latin typeface="Calibri"/>
              </a:rPr>
              <a:t>→ executes live MCP tools, names real pods, reports real state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151515"/>
                </a:solidFill>
                <a:latin typeface="Calibri"/>
              </a:rPr>
              <a:t>No token bill.   No rate limits.   Nothing left the cluster.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libri"/>
              </a:rPr>
              <a:t>Lessons Learned</a:t>
            </a:r>
          </a:p>
          <a:p>
            <a:r>
              <a:rPr sz="1800" b="0" i="0">
                <a:solidFill>
                  <a:srgbClr val="FFDDDD"/>
                </a:solidFill>
                <a:latin typeface="Calibri"/>
              </a:rPr>
              <a:t>What it took to make this real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E0000"/>
                </a:solidFill>
                <a:latin typeface="Calibri"/>
              </a:rPr>
              <a:t>LESSONS LEARNED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Calibri"/>
              </a:rPr>
              <a:t>Model choice beats model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151515"/>
                </a:solidFill>
                <a:latin typeface="Calibri"/>
              </a:rPr>
              <a:t>Agent reliability is about tool-calling, not parameter count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gpt-oss-20b — great at Ask, fumbles agent mode (reads a tool, returns empty)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qwen3-8b — executes the cluster tools reliably (Red Hat's self-hosted tool-caller pick)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151515"/>
                </a:solidFill>
                <a:latin typeface="Calibri"/>
              </a:rPr>
              <a:t>A bigger model that can't drive the tool loop is worse than a smaller one that can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E0000"/>
                </a:solidFill>
                <a:latin typeface="Calibri"/>
              </a:rPr>
              <a:t>LESSONS LEARNED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Calibri"/>
              </a:rPr>
              <a:t>Tech Preview moves under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Cluster interaction is Technology Preview — behavior changes across versions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151515"/>
                </a:solidFill>
                <a:latin typeface="Calibri"/>
              </a:rPr>
              <a:t>A silent operator auto-upgrade (v1.0.x → v1.1.0) broke agent tool execution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500" b="1" i="0">
                <a:solidFill>
                  <a:srgbClr val="0066CC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4D4D4D"/>
                </a:solidFill>
                <a:latin typeface="Calibri"/>
              </a:rPr>
              <a:t>our validated model started answering from docs instead of calling tools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Fix: swap to a stronger tool-caller (qwen3-8b) AND pin the operator version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Reads are reliable; writes are best-effort — frame approval as "the safety control exists"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E0000"/>
                </a:solidFill>
                <a:latin typeface="Calibri"/>
              </a:rPr>
              <a:t>LESSONS LEARNED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Calibri"/>
              </a:rPr>
              <a:t>Fitting a model on one 24 GB GPU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A single L4 is tight — three levers make an 8B fit: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500" b="1" i="0">
                <a:solidFill>
                  <a:srgbClr val="0066CC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4D4D4D"/>
                </a:solidFill>
                <a:latin typeface="Calibri"/>
              </a:rPr>
              <a:t>context length · GPU-memory utilization (0.90) · concurrency cap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Reasoning models (Qwen3) leak their &lt;think&gt; scratchpad → split it out server-side for a clean answer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151515"/>
                </a:solidFill>
                <a:latin typeface="Calibri"/>
              </a:rPr>
              <a:t>All codified in one repeatable script — survives the nightly sandbox rebuild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E0000"/>
                </a:solidFill>
                <a:latin typeface="Calibri"/>
              </a:rPr>
              <a:t>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Calibri"/>
              </a:rPr>
              <a:t>Start hosted, graduate to self-hosted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Same Lightspeed experience — your choice of speed-to-start (SaaS) vs. control + flat cost (self-hosted)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151515"/>
                </a:solidFill>
                <a:latin typeface="Calibri"/>
              </a:rPr>
              <a:t>Self-hosting builds a reusable on-cluster AI platform, not a one-off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E0000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51515"/>
                </a:solidFill>
                <a:latin typeface="Calibri"/>
              </a:rPr>
              <a:t>Prove value in minutes on hosted → move to self-hosted for scale, cost, and data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